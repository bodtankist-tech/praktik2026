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Робота з двох частин. Перша: беремо готову модель з публічного репозиторію та адаптуємо її до своєї задачі з малою кількістю даних. Друга: навчаємо RL-агента планувати маршрут колони з урахуванням загрози.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Розмітка фото коштує часу фахівців, тому досліджуємо режим малих даних. Test не використовується для налаштування, лише для оцінки.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TensorFlow Hub у середовищі виконання був недоступний, тому ваги взято з GitHub-релізу Keras Applications. Процедура для будь-якого репозиторію однакова. Найчастіша причина «зламаного» transfer learning — невідповідність вхідного формату.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 наведено для CPU. Feature extraction найдешевший, бо ознаки 10 тисяч зображень обчислюються один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Найбільший виграш при 25 фото на клас. З ростом обсягу власних даних модель з нуля наздоганяє, але розрив зберігається.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Частину потенціалу забирає зсув домену: модель бачила кольорові фото 224×224, а тут збільшені чорно-білі 28×28. На схожих класах (сорочка, сукня) fine-tuning трохи гірший.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проєкту з фото військової техніки порядок той самий, змінюються лише розмір входу (224×224) і джерело даних.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з переліку викладача: оптимізація логістичних маршрутів у змінних умовах бойової обстановки. Стан агента: позиція колони і ознака розвідки.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Experience replay розриває кореляцію між послідовними кроками, target network стабілізує цільові значення. Для порівняння навчено табличний Q-learning і два правила: завжди коротка переправа та завжди обхід.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Коротка переправа під вогнем означає в середньому 5.6 кроку під обстрілом за такий рейс. Обхід завжди безпечний, але в половині рейсів витрачає зайві 11 кроків. DQN досягає рівня точного табличного методу.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 головна перевага навченого агента над фіксованими правилами: він використовує розвіддані, а не завжди діє однаково.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Формулювання винагороди — управлінське рішення, а не технічне. Обмеження моделі: відома статична карта, спрощений рух, достовірні розвіддані.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